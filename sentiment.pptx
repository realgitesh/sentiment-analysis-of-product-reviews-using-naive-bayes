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45989-DC52-6B4A-3C0E-BFBC1ABA9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48924-5F85-DD9B-848E-6CCD899D7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2D943-EEB2-16E9-DF2C-B23ECC836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1DE0E-7323-8363-3313-6CC93B57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07118-2CA3-3E60-94D8-7D24AEAB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41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8054-0B22-8DB5-BA33-7E6A06BA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AD810-ED44-B063-9411-5FCB0D505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25B6A-B1F9-1D3D-DB58-4097D84E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9AAFB-408A-9AFA-86B2-76FE3D002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96BB7-0770-A711-EFDA-37E25FAC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643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F7F5-050C-872D-D9F8-21FEC555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4A916-F7EB-219B-CA2E-AE0FAE964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C3E5C-0D1B-CAB9-88F6-263C84BC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3A94E-1215-906F-37A4-370E96C40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B3C32-B4BE-7681-8F0D-B17CBFCB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64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2EA3-0E13-2A7F-F9FD-3530284F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C3CF8-B448-5B39-A4E1-4E16E5E00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35808-C2A9-8B2A-6004-F361A66AE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AC22E-AB18-7277-3484-261AAAAC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584A4-B35B-5284-657D-413A660E3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67188-349A-D2A6-8007-C1CCA9EB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469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226E-AAC6-C5EA-DF92-B4FC02C50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6A643-8C6E-01CF-39B8-CB2A6D30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2EFCF-A6E1-1169-1B87-6220E2555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0B894C-C516-54DE-8181-35DA0A19B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5A68A8-4081-015C-7966-A0564B3D6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D1D43A-DCEA-E81C-9386-9E615317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4FD8E6-4B33-66B9-9ADA-7157920E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7895D-60B1-CADE-78D9-C710B666E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88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786B-4A88-F231-8412-26B79382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D3912-E92B-1812-3F29-25190B859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CA8D6-6079-ED31-0C36-0C247F09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B9685-A2C2-62BC-4D10-5C4EA180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2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153B04-DBFA-0EC4-8B54-28900878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447D6B-0593-C79B-7822-D25B18238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CFCF6-CD9A-DB15-9AED-ADC3C3E0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085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9E5C-C78E-5DAA-062C-EB5108F5B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FCA8-6E30-128A-3807-12678084E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F3251-800F-BE2B-F230-F73E6DC6C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8A304-5167-97F4-78FC-5FD05DAC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88D4E-B875-05B6-41ED-162B439C3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3D5BC-B844-5A55-F3DE-43154730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67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5136-C7C7-EEEF-A54E-42DBE9AF9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CADAE-1D84-0798-2B1D-69CEE8B5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174AC-AF9D-BC19-5A54-7191E8D8A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FC1EB-7342-A22B-2398-18B5BFE0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44196-B5B5-5E1E-5945-37FFF78E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53E7D-4514-A92D-7FE9-6AB535D14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200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B25AD-7635-984B-7B8F-B16C2E4B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9A772-25EB-283D-0BDF-1E95EA916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C1463-C37C-F048-714A-266836E2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DAEF0-1EAB-AB63-B085-F389EA1A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E90D8-F5FF-473B-B0F8-E2AB0845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497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E597C-8B4D-D257-A7A9-99530453E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B0464-8148-4B34-0A6C-1D1EAEDDE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3BFB9-A0DB-EF77-8FC2-87CE0133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6CFFF-F4E3-6E6A-2FD7-89D65A5A7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37D9B-4A6D-6C41-EE3A-97B10C20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32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12FB6-FC4B-ABDC-93AC-11824A453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7CBE1-0B3E-B1B9-FADA-74F292168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E9CD2-C3DF-E0A4-FF74-6E867D3A3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A8D27-6D23-47A1-8E7B-9BC00ED2A60F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3089F-D116-06D0-7F8A-CFBE8774E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B54E5-723D-6610-985E-7E1A7CDFB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5968-92AB-49B5-95C4-90D19C16FD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55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6287-4E81-39D5-1A1B-74E3E4B9C9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86013-5782-AB1A-208D-227DE3C4F9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003C65-813F-0ACC-65FB-6FF7FF4AC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691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10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ACEEF-D008-FDE8-78B7-3B44A3C51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EAF8C9-4BAF-033C-A6AD-DD22D47A2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0" y="131797"/>
            <a:ext cx="11768629" cy="6594406"/>
          </a:xfrm>
        </p:spPr>
      </p:pic>
    </p:spTree>
    <p:extLst>
      <p:ext uri="{BB962C8B-B14F-4D97-AF65-F5344CB8AC3E}">
        <p14:creationId xmlns:p14="http://schemas.microsoft.com/office/powerpoint/2010/main" val="175741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F953-08C2-AD94-6C7C-C407B22F5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C84909-C3EB-EDA4-6D18-F8DEE9D82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4" y="0"/>
            <a:ext cx="12110485" cy="6858000"/>
          </a:xfrm>
        </p:spPr>
      </p:pic>
    </p:spTree>
    <p:extLst>
      <p:ext uri="{BB962C8B-B14F-4D97-AF65-F5344CB8AC3E}">
        <p14:creationId xmlns:p14="http://schemas.microsoft.com/office/powerpoint/2010/main" val="1352393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B67D0-ECE9-D91B-529B-54E73DC3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AFCB89-1D6F-A640-4D1D-7723BA423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239"/>
            <a:ext cx="12282693" cy="6609522"/>
          </a:xfrm>
        </p:spPr>
      </p:pic>
    </p:spTree>
    <p:extLst>
      <p:ext uri="{BB962C8B-B14F-4D97-AF65-F5344CB8AC3E}">
        <p14:creationId xmlns:p14="http://schemas.microsoft.com/office/powerpoint/2010/main" val="3421247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9892-5A2D-EFE1-83AB-9ED01AD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4BC1E4-A8CC-00D9-2D98-30FBCF39A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4202" cy="6281297"/>
          </a:xfrm>
        </p:spPr>
      </p:pic>
    </p:spTree>
    <p:extLst>
      <p:ext uri="{BB962C8B-B14F-4D97-AF65-F5344CB8AC3E}">
        <p14:creationId xmlns:p14="http://schemas.microsoft.com/office/powerpoint/2010/main" val="89138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8B24-DF9E-4A5B-6253-A7F27F1F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0A15C2-23C0-D7DF-B79C-063875403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6" y="99390"/>
            <a:ext cx="11949099" cy="6301409"/>
          </a:xfrm>
        </p:spPr>
      </p:pic>
    </p:spTree>
    <p:extLst>
      <p:ext uri="{BB962C8B-B14F-4D97-AF65-F5344CB8AC3E}">
        <p14:creationId xmlns:p14="http://schemas.microsoft.com/office/powerpoint/2010/main" val="2374444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88FFB-3C2D-0C94-1E13-FEE4F094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7E7C7B-E841-D148-02AB-34FF44A7D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2" y="98378"/>
            <a:ext cx="12009782" cy="6471818"/>
          </a:xfrm>
        </p:spPr>
      </p:pic>
    </p:spTree>
    <p:extLst>
      <p:ext uri="{BB962C8B-B14F-4D97-AF65-F5344CB8AC3E}">
        <p14:creationId xmlns:p14="http://schemas.microsoft.com/office/powerpoint/2010/main" val="743252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AC5218-EF9B-71BF-B639-2967FF0F0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5" y="853953"/>
            <a:ext cx="12192000" cy="6004047"/>
          </a:xfrm>
        </p:spPr>
      </p:pic>
    </p:spTree>
    <p:extLst>
      <p:ext uri="{BB962C8B-B14F-4D97-AF65-F5344CB8AC3E}">
        <p14:creationId xmlns:p14="http://schemas.microsoft.com/office/powerpoint/2010/main" val="1930620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F302-C44B-BDD9-05BB-AFA78006F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151F1E-B505-F01F-3BBF-E9622CE5F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1" y="149087"/>
            <a:ext cx="12134591" cy="5923722"/>
          </a:xfrm>
        </p:spPr>
      </p:pic>
    </p:spTree>
    <p:extLst>
      <p:ext uri="{BB962C8B-B14F-4D97-AF65-F5344CB8AC3E}">
        <p14:creationId xmlns:p14="http://schemas.microsoft.com/office/powerpoint/2010/main" val="2245208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C4ED-8B88-DDD0-4CFB-2FE63190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4C91BC-1897-CDA8-060F-58A30F043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246588" cy="6858000"/>
          </a:xfrm>
        </p:spPr>
      </p:pic>
    </p:spTree>
    <p:extLst>
      <p:ext uri="{BB962C8B-B14F-4D97-AF65-F5344CB8AC3E}">
        <p14:creationId xmlns:p14="http://schemas.microsoft.com/office/powerpoint/2010/main" val="88978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B2BA3-3EA5-76A8-DBFD-4F30A94D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02640E-DFCF-09F5-2835-458C10D93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5"/>
            <a:ext cx="12313680" cy="6492875"/>
          </a:xfrm>
        </p:spPr>
      </p:pic>
    </p:spTree>
    <p:extLst>
      <p:ext uri="{BB962C8B-B14F-4D97-AF65-F5344CB8AC3E}">
        <p14:creationId xmlns:p14="http://schemas.microsoft.com/office/powerpoint/2010/main" val="41523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gitesh sharma</dc:creator>
  <cp:lastModifiedBy>gitesh sharma</cp:lastModifiedBy>
  <cp:revision>2</cp:revision>
  <dcterms:created xsi:type="dcterms:W3CDTF">2025-09-26T10:08:00Z</dcterms:created>
  <dcterms:modified xsi:type="dcterms:W3CDTF">2025-09-26T10:11:41Z</dcterms:modified>
</cp:coreProperties>
</file>